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3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8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39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05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33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1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0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84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50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02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81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49272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61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804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1461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78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2111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 err="1"/>
              <a:t>Night</a:t>
            </a:r>
            <a:r>
              <a:rPr lang="es-CL" dirty="0"/>
              <a:t> </a:t>
            </a:r>
            <a:r>
              <a:rPr lang="es-CL" dirty="0" err="1"/>
              <a:t>Sentinel</a:t>
            </a:r>
            <a:r>
              <a:rPr lang="es-CL" dirty="0"/>
              <a:t> </a:t>
            </a:r>
            <a:r>
              <a:rPr lang="es-CL" dirty="0" err="1"/>
              <a:t>Systems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Sistema de </a:t>
            </a:r>
            <a:r>
              <a:rPr dirty="0" err="1"/>
              <a:t>Monitoreo</a:t>
            </a:r>
            <a:r>
              <a:rPr dirty="0"/>
              <a:t> </a:t>
            </a:r>
            <a:r>
              <a:rPr dirty="0" err="1"/>
              <a:t>Automatizado</a:t>
            </a:r>
            <a:r>
              <a:rPr dirty="0"/>
              <a:t> de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Nocturnos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180" y="1774478"/>
            <a:ext cx="7511472" cy="3603304"/>
          </a:xfrm>
        </p:spPr>
        <p:txBody>
          <a:bodyPr/>
          <a:lstStyle/>
          <a:p>
            <a:pPr marL="0" indent="0">
              <a:buNone/>
            </a:pPr>
            <a:endParaRPr lang="es-CL" dirty="0"/>
          </a:p>
          <a:p>
            <a:pPr>
              <a:defRPr sz="1800"/>
            </a:pP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críticos</a:t>
            </a:r>
            <a:r>
              <a:rPr dirty="0"/>
              <a:t> se </a:t>
            </a:r>
            <a:r>
              <a:rPr dirty="0" err="1"/>
              <a:t>ejecutan</a:t>
            </a:r>
            <a:r>
              <a:rPr dirty="0"/>
              <a:t> de </a:t>
            </a:r>
            <a:r>
              <a:rPr dirty="0" err="1"/>
              <a:t>madrugada</a:t>
            </a:r>
            <a:r>
              <a:rPr dirty="0"/>
              <a:t> sin </a:t>
            </a:r>
            <a:r>
              <a:rPr dirty="0" err="1"/>
              <a:t>supervisión</a:t>
            </a:r>
            <a:r>
              <a:rPr dirty="0"/>
              <a:t> humana </a:t>
            </a:r>
            <a:r>
              <a:rPr dirty="0" err="1"/>
              <a:t>directa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Errores</a:t>
            </a:r>
            <a:r>
              <a:rPr dirty="0"/>
              <a:t> se </a:t>
            </a:r>
            <a:r>
              <a:rPr dirty="0" err="1"/>
              <a:t>detectan</a:t>
            </a:r>
            <a:r>
              <a:rPr dirty="0"/>
              <a:t> </a:t>
            </a:r>
            <a:r>
              <a:rPr dirty="0" err="1"/>
              <a:t>tarde</a:t>
            </a:r>
            <a:r>
              <a:rPr dirty="0"/>
              <a:t>, </a:t>
            </a:r>
            <a:r>
              <a:rPr dirty="0" err="1"/>
              <a:t>provocando</a:t>
            </a:r>
            <a:r>
              <a:rPr dirty="0"/>
              <a:t> </a:t>
            </a:r>
            <a:r>
              <a:rPr dirty="0" err="1"/>
              <a:t>retrasos</a:t>
            </a:r>
            <a:r>
              <a:rPr dirty="0"/>
              <a:t> y </a:t>
            </a:r>
            <a:r>
              <a:rPr dirty="0" err="1"/>
              <a:t>sobrecostos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Dependencia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empresa</a:t>
            </a:r>
            <a:r>
              <a:rPr dirty="0"/>
              <a:t> externa para </a:t>
            </a:r>
            <a:r>
              <a:rPr dirty="0" err="1"/>
              <a:t>monitoreo</a:t>
            </a:r>
            <a:r>
              <a:rPr dirty="0"/>
              <a:t> </a:t>
            </a:r>
            <a:r>
              <a:rPr dirty="0" err="1"/>
              <a:t>nocturno</a:t>
            </a:r>
            <a:r>
              <a:rPr dirty="0"/>
              <a:t>.</a:t>
            </a:r>
            <a:endParaRPr lang="es-MX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Bot que se conecta vía FortiClient VPN y revisa el dashboard cada 5 min.</a:t>
            </a:r>
          </a:p>
          <a:p>
            <a:pPr>
              <a:defRPr sz="1800"/>
            </a:pPr>
            <a:r>
              <a:t>Detecta errores mediante scraping o API y dispara alerta inmediata.</a:t>
            </a:r>
          </a:p>
          <a:p>
            <a:pPr>
              <a:defRPr sz="1800"/>
            </a:pPr>
            <a:r>
              <a:t>Genera llamada telefónica automática al agente de turno (Twilio o Vonage).</a:t>
            </a:r>
          </a:p>
          <a:p>
            <a:pPr>
              <a:defRPr sz="1800"/>
            </a:pPr>
            <a:r>
              <a:t>Registra incidentes en logs para auditoría y mejora continua.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Económico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Ahorro</a:t>
            </a:r>
            <a:r>
              <a:rPr dirty="0"/>
              <a:t> </a:t>
            </a:r>
            <a:r>
              <a:rPr dirty="0" err="1"/>
              <a:t>estimado</a:t>
            </a:r>
            <a:r>
              <a:rPr dirty="0"/>
              <a:t>: 2.500.000 CLP </a:t>
            </a:r>
            <a:r>
              <a:rPr dirty="0" err="1"/>
              <a:t>mensuales</a:t>
            </a:r>
            <a:r>
              <a:rPr dirty="0"/>
              <a:t> al </a:t>
            </a:r>
            <a:r>
              <a:rPr dirty="0" err="1"/>
              <a:t>eliminar</a:t>
            </a:r>
            <a:r>
              <a:rPr dirty="0"/>
              <a:t> </a:t>
            </a:r>
            <a:r>
              <a:rPr dirty="0" err="1"/>
              <a:t>proveedor</a:t>
            </a:r>
            <a:r>
              <a:rPr dirty="0"/>
              <a:t> </a:t>
            </a:r>
            <a:r>
              <a:rPr dirty="0" err="1"/>
              <a:t>externo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Retorno</a:t>
            </a:r>
            <a:r>
              <a:rPr dirty="0"/>
              <a:t> de la </a:t>
            </a:r>
            <a:r>
              <a:rPr dirty="0" err="1"/>
              <a:t>inversión</a:t>
            </a:r>
            <a:r>
              <a:rPr dirty="0"/>
              <a:t> (ROI) &lt; 2 meses.</a:t>
            </a:r>
          </a:p>
          <a:p>
            <a:pPr>
              <a:defRPr sz="1800"/>
            </a:pPr>
            <a:r>
              <a:rPr dirty="0" err="1"/>
              <a:t>Reducción</a:t>
            </a:r>
            <a:r>
              <a:rPr dirty="0"/>
              <a:t> de </a:t>
            </a:r>
            <a:r>
              <a:rPr dirty="0" err="1"/>
              <a:t>costos</a:t>
            </a:r>
            <a:r>
              <a:rPr dirty="0"/>
              <a:t> </a:t>
            </a:r>
            <a:r>
              <a:rPr dirty="0" err="1"/>
              <a:t>operativos</a:t>
            </a:r>
            <a:endParaRPr lang="es-MX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FB485-9CE7-7644-6DFA-CED55FC58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Calculo a 5 años</a:t>
            </a:r>
            <a:endParaRPr lang="es-CL" dirty="0"/>
          </a:p>
        </p:txBody>
      </p:sp>
      <p:pic>
        <p:nvPicPr>
          <p:cNvPr id="6" name="Picture 2" descr="costo_5_años.png">
            <a:extLst>
              <a:ext uri="{FF2B5EF4-FFF2-40B4-BE49-F238E27FC236}">
                <a16:creationId xmlns:a16="http://schemas.microsoft.com/office/drawing/2014/main" id="{10A115B5-4982-6E50-D459-68B08DEAD1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4103" y="1580050"/>
            <a:ext cx="5847807" cy="362790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84A12A4-8999-A1AB-6448-9E05B29C6770}"/>
              </a:ext>
            </a:extLst>
          </p:cNvPr>
          <p:cNvSpPr txBox="1"/>
          <p:nvPr/>
        </p:nvSpPr>
        <p:spPr>
          <a:xfrm>
            <a:off x="871767" y="5408461"/>
            <a:ext cx="74004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/>
            </a:pPr>
            <a:r>
              <a:rPr lang="es-MX" dirty="0"/>
              <a:t>• Ahorro total estimado: $138.000.000 CLP</a:t>
            </a:r>
          </a:p>
          <a:p>
            <a:pPr>
              <a:defRPr sz="1800"/>
            </a:pPr>
            <a:r>
              <a:rPr lang="es-MX" dirty="0"/>
              <a:t>• Retorno de inversión (ROI) en menos de 2 meses</a:t>
            </a:r>
          </a:p>
          <a:p>
            <a:pPr>
              <a:defRPr sz="1800"/>
            </a:pPr>
            <a:r>
              <a:rPr lang="es-MX" dirty="0"/>
              <a:t>• Reducción de un 92% en costos de monitoreo nocturno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27627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1. Conexión automática a la VPN con FortiClient CLI.</a:t>
            </a:r>
          </a:p>
          <a:p>
            <a:pPr>
              <a:defRPr sz="1800"/>
            </a:pPr>
            <a:r>
              <a:t>2. Selenium (o API) para extraer código de error del dashboard.</a:t>
            </a:r>
          </a:p>
          <a:p>
            <a:pPr>
              <a:defRPr sz="1800"/>
            </a:pPr>
            <a:r>
              <a:t>3. Script Python que decide y registra incidentes.</a:t>
            </a:r>
          </a:p>
          <a:p>
            <a:pPr>
              <a:defRPr sz="1800"/>
            </a:pPr>
            <a:r>
              <a:t>4. Servicio de voz (Twilio/Vonage) para alertas telefónicas.</a:t>
            </a:r>
          </a:p>
          <a:p>
            <a:pPr>
              <a:defRPr sz="1800"/>
            </a:pPr>
            <a:r>
              <a:t>5. JSON de turnos y CSV de logs para trazabilidad.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 err="1"/>
              <a:t>Detección</a:t>
            </a:r>
            <a:r>
              <a:rPr dirty="0"/>
              <a:t> </a:t>
            </a:r>
            <a:r>
              <a:rPr dirty="0" err="1"/>
              <a:t>instantánea</a:t>
            </a:r>
            <a:r>
              <a:rPr dirty="0"/>
              <a:t> de </a:t>
            </a:r>
            <a:r>
              <a:rPr dirty="0" err="1"/>
              <a:t>fallas</a:t>
            </a:r>
            <a:r>
              <a:rPr dirty="0"/>
              <a:t> → </a:t>
            </a:r>
            <a:r>
              <a:rPr dirty="0" err="1"/>
              <a:t>menor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de </a:t>
            </a:r>
            <a:r>
              <a:rPr dirty="0" err="1"/>
              <a:t>inactividad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Trazabilidad</a:t>
            </a:r>
            <a:r>
              <a:rPr dirty="0"/>
              <a:t> </a:t>
            </a:r>
            <a:r>
              <a:rPr dirty="0" err="1"/>
              <a:t>completa</a:t>
            </a:r>
            <a:r>
              <a:rPr dirty="0"/>
              <a:t>: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alertado</a:t>
            </a:r>
            <a:r>
              <a:rPr dirty="0"/>
              <a:t> y </a:t>
            </a:r>
            <a:r>
              <a:rPr dirty="0" err="1"/>
              <a:t>cuándo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Escalabilidad</a:t>
            </a:r>
            <a:r>
              <a:rPr dirty="0"/>
              <a:t>: se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añadir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 dashboards o </a:t>
            </a:r>
            <a:r>
              <a:rPr dirty="0" err="1"/>
              <a:t>métricas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Automatización</a:t>
            </a:r>
            <a:r>
              <a:rPr dirty="0"/>
              <a:t> </a:t>
            </a:r>
            <a:r>
              <a:rPr dirty="0" err="1"/>
              <a:t>elimina</a:t>
            </a:r>
            <a:r>
              <a:rPr dirty="0"/>
              <a:t> la carga manual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riesgo</a:t>
            </a:r>
            <a:r>
              <a:rPr dirty="0"/>
              <a:t> de error </a:t>
            </a:r>
            <a:r>
              <a:rPr dirty="0" err="1"/>
              <a:t>humano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de Implementación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Semana 1: Configuración VPN + Prueba de scraping/API.</a:t>
            </a:r>
          </a:p>
          <a:p>
            <a:pPr>
              <a:defRPr sz="1800"/>
            </a:pPr>
            <a:r>
              <a:t>Semana 2: Integración llamada telefónica y base de turnos.</a:t>
            </a:r>
          </a:p>
          <a:p>
            <a:pPr>
              <a:defRPr sz="1800"/>
            </a:pPr>
            <a:r>
              <a:t>Semana 3: Pruebas piloto en entorno controlado.</a:t>
            </a:r>
          </a:p>
          <a:p>
            <a:pPr>
              <a:defRPr sz="1800"/>
            </a:pPr>
            <a:r>
              <a:t>Semana 4: Puesta en marcha y capacitación mínima a los agentes.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Propiedad Intelectual &amp; Licenciamiento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Software </a:t>
            </a:r>
            <a:r>
              <a:rPr dirty="0" err="1"/>
              <a:t>registrado</a:t>
            </a:r>
            <a:r>
              <a:rPr dirty="0"/>
              <a:t> a </a:t>
            </a:r>
            <a:r>
              <a:rPr dirty="0" err="1"/>
              <a:t>nombre</a:t>
            </a:r>
            <a:r>
              <a:rPr dirty="0"/>
              <a:t> de </a:t>
            </a:r>
            <a:r>
              <a:rPr lang="es-MX" dirty="0"/>
              <a:t>Nicolás Godoy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autor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La </a:t>
            </a:r>
            <a:r>
              <a:rPr dirty="0" err="1"/>
              <a:t>empresa</a:t>
            </a:r>
            <a:r>
              <a:rPr dirty="0"/>
              <a:t> </a:t>
            </a:r>
            <a:r>
              <a:rPr dirty="0" err="1"/>
              <a:t>recibe</a:t>
            </a:r>
            <a:r>
              <a:rPr dirty="0"/>
              <a:t> </a:t>
            </a:r>
            <a:r>
              <a:rPr dirty="0" err="1"/>
              <a:t>licencia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</a:t>
            </a:r>
            <a:r>
              <a:rPr dirty="0" err="1"/>
              <a:t>interno</a:t>
            </a:r>
            <a:r>
              <a:rPr dirty="0"/>
              <a:t> sin </a:t>
            </a:r>
            <a:r>
              <a:rPr dirty="0" err="1"/>
              <a:t>sublicenciamiento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Mantenimiento</a:t>
            </a:r>
            <a:r>
              <a:rPr dirty="0"/>
              <a:t> y </a:t>
            </a:r>
            <a:r>
              <a:rPr dirty="0" err="1"/>
              <a:t>mejoras</a:t>
            </a:r>
            <a:r>
              <a:rPr dirty="0"/>
              <a:t> </a:t>
            </a:r>
            <a:r>
              <a:rPr dirty="0" err="1"/>
              <a:t>opcionales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contrato</a:t>
            </a:r>
            <a:r>
              <a:rPr dirty="0"/>
              <a:t> de </a:t>
            </a:r>
            <a:r>
              <a:rPr dirty="0" err="1"/>
              <a:t>servicio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 err="1"/>
              <a:t>Protección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repositorio</a:t>
            </a:r>
            <a:r>
              <a:rPr dirty="0"/>
              <a:t> privado y 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Revisión y aprobación de la propuesta técnica y económica.</a:t>
            </a:r>
          </a:p>
          <a:p>
            <a:pPr>
              <a:defRPr sz="1800"/>
            </a:pPr>
            <a:r>
              <a:t>Firma de acuerdo de licencia y plan de implementación.</a:t>
            </a:r>
          </a:p>
          <a:p>
            <a:pPr>
              <a:defRPr sz="1800"/>
            </a:pPr>
            <a:r>
              <a:t>Definición de responsables internos y calendario de pruebas.</a:t>
            </a:r>
          </a:p>
          <a:p>
            <a:pPr>
              <a:defRPr sz="1800"/>
            </a:pPr>
            <a:r>
              <a:t>Kick-off del proyecto: fecha estimada 1° de julio 2025.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TM04033929[[fn=Pizarra]]</Template>
  <TotalTime>446</TotalTime>
  <Words>396</Words>
  <Application>Microsoft Office PowerPoint</Application>
  <PresentationFormat>Presentación en pantalla (4:3)</PresentationFormat>
  <Paragraphs>53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Calisto MT</vt:lpstr>
      <vt:lpstr>Wingdings 2</vt:lpstr>
      <vt:lpstr>Pizarra</vt:lpstr>
      <vt:lpstr>Night Sentinel Systems</vt:lpstr>
      <vt:lpstr>Problema Actual</vt:lpstr>
      <vt:lpstr>Solución Propuesta</vt:lpstr>
      <vt:lpstr>Impacto Económico</vt:lpstr>
      <vt:lpstr>Calculo a 5 años</vt:lpstr>
      <vt:lpstr>Arquitectura Técnica</vt:lpstr>
      <vt:lpstr>Beneficios Clave</vt:lpstr>
      <vt:lpstr>Plan de Implementación</vt:lpstr>
      <vt:lpstr>Propiedad Intelectual &amp; Licenciamiento</vt:lpstr>
      <vt:lpstr>Próximos Pasos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NicLey .</dc:creator>
  <cp:keywords/>
  <dc:description>generated using python-pptx</dc:description>
  <cp:lastModifiedBy>NicLey .</cp:lastModifiedBy>
  <cp:revision>3</cp:revision>
  <dcterms:created xsi:type="dcterms:W3CDTF">2013-01-27T09:14:16Z</dcterms:created>
  <dcterms:modified xsi:type="dcterms:W3CDTF">2025-06-14T01:28:10Z</dcterms:modified>
  <cp:category/>
</cp:coreProperties>
</file>